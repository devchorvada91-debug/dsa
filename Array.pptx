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66" r:id="rId20"/>
    <p:sldId id="267" r:id="rId21"/>
    <p:sldId id="268" r:id="rId22"/>
    <p:sldId id="269" r:id="rId23"/>
    <p:sldId id="270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2A87-95C0-489D-A842-2493D8D8AD95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A31C1-C8E1-4D2E-A972-8A227C5922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9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3EA1-1878-0239-600C-8063BF680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336A-85B8-F2B5-0972-93A87AA0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0EFFC-CD40-CE0F-BBB9-ECBE5EA6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EE65-F754-410A-89A4-FA87214D280F}" type="datetime1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3207-F4FB-11D6-C720-0DD59CAD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DF8F3-A149-B44B-EC9F-7365582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1DD7-47F9-98FF-7154-D85AC0F6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C601-A010-0BF5-8B4F-68F41DBA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61A0-EC5A-670D-85E3-1515A135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3BF4D-BF50-417D-97F1-9239EDACCAB7}" type="datetime1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FF8A9-7A9E-01C0-1D12-C0687694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3A0A6-53C8-0FE4-4996-08CE3D51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43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8963B-01C6-D2F4-FBFB-13801B03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22DDC-2B70-1DA7-6A8A-1C6E4747A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BAB31-0FF1-B1C6-6AED-50B8E286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9E90-9726-4050-A773-9402B740E24C}" type="datetime1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DB19E-4F82-B53A-94B9-66A389D1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3FFB-6B5D-783D-6F0B-350D14E5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7217-C205-B5C2-7C69-9488954D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065D8-5443-D9E5-A326-E3E381ED0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729B0-E5FB-99BE-4843-96B97168F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946EE-2E18-85DE-EF2D-564A9C77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8DBF-1A52-4182-947C-FF32588670FB}" type="datetime1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9BA78-6982-F51E-028F-5DA1C697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297CC-8C8F-0020-1E7C-C2065BB5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076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1EA9-2D1E-4816-9173-3CC93C494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DF07D-B5AF-9EA9-3B99-9A0236F5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0FDA8-1F6E-F7A6-D826-F05616EE8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A8C695-08CA-F4B0-9FB8-B735A6B7C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9388A-D101-3B60-624E-FE49F163A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607DC-79FF-1C53-FBD9-B4C7F886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76D1F-1677-4B1A-9555-0CEBF843CAB6}" type="datetime1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D8A69-0C31-3C2A-C95C-1C13FAD7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CFEC2-E1CB-7AEF-9139-9D7FC601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0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8601-9972-146D-46E4-FA6F9FBC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A9B57-D1F3-ACA5-4173-5A9010AA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5012-9639-469B-8560-28DE6A3F9410}" type="datetime1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C8D21-C5B8-AF95-DF96-C5A83603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C4053-4834-18E6-76A0-474CB8FA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1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58B90-1234-6C06-DD2F-64DD0891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DF20-D56B-4799-899F-2F313C324073}" type="datetime1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6B1833-7399-E695-8F87-3C3B1BC6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EAF9E-EBD7-40E7-3D05-50DA5C92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45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3A18-D3E6-6833-8DFB-073B3EA0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CFFD8-58E3-EEF5-9CA5-86B9AE93C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B5B34-3DF8-B4BD-E043-F114C2D35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F09B6-5182-93CD-8C6B-A1C27BBD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0C6A-7471-4EF6-8997-58E3159B1142}" type="datetime1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A0688-7240-022B-FE6F-6A149700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9E496-A010-ECE5-7964-A8304E17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99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B3703-C853-6A0C-FEC4-4F4CFF95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3B34D-4E3C-73BD-8D9C-54D4261AA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7EDDF-9EE2-9D2E-E7FF-DCDFC0CE6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7812C-94F6-0CAC-73E6-FAF796EA7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E795-342E-4FB2-8A00-0E6E0B29E72E}" type="datetime1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994AD-85AF-4DED-1DF1-FB86E467D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C30A9-034A-A193-0D4B-9CBE29361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3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AB66-06D2-0EF2-E393-8D2A028BF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667B8-8D35-2D98-0E7F-FB7D175E7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102C-2904-D87E-C634-13B108B76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2535-5089-4362-8A09-B7427FA27E4B}" type="datetime1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97717-7D67-80A4-0244-ED316BB8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A0EB1-595E-926A-0729-0DB20917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8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F96E3-C473-79AE-B99A-CC96B99CE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50757-ECBB-92E1-2797-048BE7C7F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2174F-ABA2-743D-F940-C564A16E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FE2B-561E-4480-A787-7B4BCAC9BD2A}" type="datetime1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6E61-1D15-5272-1577-96C1C095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A5D9C-AEEC-EF56-A564-725DED15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36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26B7D-6430-A168-430F-B2CF2320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070B3-B711-E594-27D2-B7D209557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E3DB6-EB5E-DF74-1898-FB3B1F01D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9FD9A-F406-4C79-84FA-674647FB774A}" type="datetime1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03548-6A37-59C4-7A02-0E387497D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CE3D7-C25F-FC59-DACC-D6D306EA9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6A61D-9537-413A-A27A-4FFDDFCA5A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47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43E7-4966-2501-D802-A2DE02438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Array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9468A-6650-C893-0108-67A43CA21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E837E-CF66-D978-A442-D660B935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DDD4B-7240-39AA-310C-7A022E622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4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E870-090E-DCF7-8AE0-4A111DDB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2A3AA-33A9-46BF-6C85-1D8C9E10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Single dimensional arrays: These arrays represent only one row or one column of elements.</a:t>
            </a:r>
          </a:p>
          <a:p>
            <a:pPr marL="0" indent="0">
              <a:buNone/>
            </a:pPr>
            <a:r>
              <a:rPr lang="en-IN" u="sng" dirty="0"/>
              <a:t>marks = array('</a:t>
            </a:r>
            <a:r>
              <a:rPr lang="en-IN" u="sng" dirty="0" err="1"/>
              <a:t>i</a:t>
            </a:r>
            <a:r>
              <a:rPr lang="en-IN" u="sng" dirty="0"/>
              <a:t>', [50, 60, 70, 66, 72])</a:t>
            </a:r>
          </a:p>
          <a:p>
            <a:r>
              <a:rPr lang="en-IN" dirty="0"/>
              <a:t>Multi-dimensional arrays: These arrays represent more than one row and more than one column of elements.</a:t>
            </a:r>
          </a:p>
          <a:p>
            <a:pPr marL="0" indent="0">
              <a:buNone/>
            </a:pPr>
            <a:r>
              <a:rPr lang="en-IN" u="sng" dirty="0"/>
              <a:t>marks = array([[50, 60, 70, 66, 72], [60, 62, 71, 56, 70], [55, 59, 80, 68, 65]])</a:t>
            </a:r>
            <a:r>
              <a:rPr lang="en-IN" dirty="0"/>
              <a:t> </a:t>
            </a:r>
          </a:p>
          <a:p>
            <a:r>
              <a:rPr lang="en-IN" dirty="0"/>
              <a:t>Python does not support multi-dimensional arrays. But that is not a bad news. We can construct multidimensional arrays using third party packages like </a:t>
            </a:r>
            <a:r>
              <a:rPr lang="en-IN" dirty="0" err="1"/>
              <a:t>numpy</a:t>
            </a:r>
            <a:r>
              <a:rPr lang="en-IN" dirty="0"/>
              <a:t> </a:t>
            </a: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1934B-C731-8124-AAE3-7366D9FB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985597-EB50-164F-880E-C09A7E1D8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16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AF4E-45C0-ABAA-8C3E-F052F535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Arrays using </a:t>
            </a:r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D79D-AA4E-BC12-6F2E-6A7EA367B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To work with </a:t>
            </a:r>
            <a:r>
              <a:rPr lang="en-IN" dirty="0" err="1"/>
              <a:t>numpy</a:t>
            </a:r>
            <a:r>
              <a:rPr lang="en-IN" dirty="0"/>
              <a:t>, we should first import </a:t>
            </a:r>
            <a:r>
              <a:rPr lang="en-IN" dirty="0" err="1"/>
              <a:t>numpy</a:t>
            </a:r>
            <a:r>
              <a:rPr lang="en-IN" dirty="0"/>
              <a:t> module into our Python programs as: 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: This will import </a:t>
            </a:r>
            <a:r>
              <a:rPr lang="en-IN" dirty="0" err="1"/>
              <a:t>numpy</a:t>
            </a:r>
            <a:r>
              <a:rPr lang="en-IN" dirty="0"/>
              <a:t> module into our program so that we can use any of the objects from that package.  </a:t>
            </a:r>
          </a:p>
          <a:p>
            <a:pPr marL="0" indent="0">
              <a:buNone/>
            </a:pPr>
            <a:r>
              <a:rPr lang="en-IN" u="sng" dirty="0"/>
              <a:t>import </a:t>
            </a:r>
            <a:r>
              <a:rPr lang="en-IN" u="sng" dirty="0" err="1"/>
              <a:t>numpy</a:t>
            </a:r>
            <a:endParaRPr lang="en-IN" u="sng" dirty="0"/>
          </a:p>
          <a:p>
            <a:pPr marL="0" indent="0">
              <a:buNone/>
            </a:pPr>
            <a:r>
              <a:rPr lang="en-IN" u="sng" dirty="0" err="1"/>
              <a:t>arr</a:t>
            </a:r>
            <a:r>
              <a:rPr lang="en-IN" u="sng" dirty="0"/>
              <a:t> = </a:t>
            </a:r>
            <a:r>
              <a:rPr lang="en-IN" u="sng" dirty="0" err="1"/>
              <a:t>numpy.array</a:t>
            </a:r>
            <a:r>
              <a:rPr lang="en-IN" u="sng" dirty="0"/>
              <a:t>([10, 20, 30, 40, 50])</a:t>
            </a:r>
          </a:p>
          <a:p>
            <a:pPr marL="0" indent="0">
              <a:buNone/>
            </a:pPr>
            <a:r>
              <a:rPr lang="en-IN" u="sng" dirty="0"/>
              <a:t>print(</a:t>
            </a:r>
            <a:r>
              <a:rPr lang="en-IN" u="sng" dirty="0" err="1"/>
              <a:t>arr</a:t>
            </a:r>
            <a:r>
              <a:rPr lang="en-IN" u="sng" dirty="0"/>
              <a:t>)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np: Here, we are using ‘np’ to refer to the word ‘</a:t>
            </a:r>
            <a:r>
              <a:rPr lang="en-IN" dirty="0" err="1"/>
              <a:t>numpy</a:t>
            </a:r>
            <a:r>
              <a:rPr lang="en-IN" dirty="0"/>
              <a:t>’. </a:t>
            </a:r>
          </a:p>
          <a:p>
            <a:pPr marL="0" indent="0">
              <a:buNone/>
            </a:pPr>
            <a:r>
              <a:rPr lang="en-IN" u="sng" dirty="0"/>
              <a:t>import </a:t>
            </a:r>
            <a:r>
              <a:rPr lang="en-IN" u="sng" dirty="0" err="1"/>
              <a:t>numpy</a:t>
            </a:r>
            <a:r>
              <a:rPr lang="en-IN" u="sng" dirty="0"/>
              <a:t> as np</a:t>
            </a:r>
          </a:p>
          <a:p>
            <a:pPr marL="0" indent="0">
              <a:buNone/>
            </a:pPr>
            <a:r>
              <a:rPr lang="en-IN" u="sng" dirty="0" err="1"/>
              <a:t>arr</a:t>
            </a:r>
            <a:r>
              <a:rPr lang="en-IN" u="sng" dirty="0"/>
              <a:t> = </a:t>
            </a:r>
            <a:r>
              <a:rPr lang="en-IN" u="sng" dirty="0" err="1"/>
              <a:t>np.array</a:t>
            </a:r>
            <a:r>
              <a:rPr lang="en-IN" u="sng" dirty="0"/>
              <a:t>([10, 20, 30, 40, 50])</a:t>
            </a:r>
          </a:p>
          <a:p>
            <a:pPr marL="0" indent="0">
              <a:buNone/>
            </a:pPr>
            <a:r>
              <a:rPr lang="en-IN" u="sng" dirty="0"/>
              <a:t>print(</a:t>
            </a:r>
            <a:r>
              <a:rPr lang="en-IN" u="sng" dirty="0" err="1"/>
              <a:t>arr</a:t>
            </a:r>
            <a:r>
              <a:rPr lang="en-IN" u="sng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1D9F9-45E2-F828-FA4D-4E7B4E1E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12DED0-AD04-5F46-7C44-B7642779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7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C105-F2E7-4702-EC33-FB9E4502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Arrays using </a:t>
            </a:r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4AF1-58E0-C648-754E-21DE262A2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</a:t>
            </a:r>
            <a:r>
              <a:rPr lang="en-IN" dirty="0" err="1"/>
              <a:t>numpy</a:t>
            </a:r>
            <a:r>
              <a:rPr lang="en-IN" dirty="0"/>
              <a:t> import *: This will import everything ( * means all) specifically from </a:t>
            </a:r>
            <a:r>
              <a:rPr lang="en-IN" dirty="0" err="1"/>
              <a:t>numpy</a:t>
            </a:r>
            <a:r>
              <a:rPr lang="en-IN" dirty="0"/>
              <a:t> package.</a:t>
            </a:r>
          </a:p>
          <a:p>
            <a:pPr marL="0" indent="0">
              <a:buNone/>
            </a:pPr>
            <a:r>
              <a:rPr lang="en-IN" u="sng" dirty="0"/>
              <a:t>from </a:t>
            </a:r>
            <a:r>
              <a:rPr lang="en-IN" u="sng" dirty="0" err="1"/>
              <a:t>numpy</a:t>
            </a:r>
            <a:r>
              <a:rPr lang="en-IN" u="sng" dirty="0"/>
              <a:t> import *</a:t>
            </a:r>
          </a:p>
          <a:p>
            <a:pPr marL="0" indent="0">
              <a:buNone/>
            </a:pPr>
            <a:r>
              <a:rPr lang="en-IN" u="sng" dirty="0" err="1"/>
              <a:t>arr</a:t>
            </a:r>
            <a:r>
              <a:rPr lang="en-IN" u="sng" dirty="0"/>
              <a:t> = array([10, 20, 30, 40, 50])</a:t>
            </a:r>
          </a:p>
          <a:p>
            <a:pPr marL="0" indent="0">
              <a:buNone/>
            </a:pPr>
            <a:r>
              <a:rPr lang="en-IN" u="sng" dirty="0"/>
              <a:t>print(</a:t>
            </a:r>
            <a:r>
              <a:rPr lang="en-IN" u="sng" dirty="0" err="1"/>
              <a:t>arr</a:t>
            </a:r>
            <a:r>
              <a:rPr lang="en-IN" u="sng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5108C-2BAF-4E04-778D-3D47C129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F0931-5220-E630-667A-2C71FB678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4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1444-4905-97E3-CABD-22087627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arrays in </a:t>
            </a:r>
            <a:r>
              <a:rPr lang="en-IN" dirty="0" err="1"/>
              <a:t>numpy</a:t>
            </a:r>
            <a:r>
              <a:rPr lang="en-IN" dirty="0"/>
              <a:t> can be done in several ways.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3D226-682A-2BE7-8E69-95065D794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array() function</a:t>
            </a:r>
          </a:p>
          <a:p>
            <a:r>
              <a:rPr lang="en-IN" dirty="0"/>
              <a:t>Using </a:t>
            </a:r>
            <a:r>
              <a:rPr lang="en-IN" dirty="0" err="1"/>
              <a:t>linspace</a:t>
            </a:r>
            <a:r>
              <a:rPr lang="en-IN" dirty="0"/>
              <a:t>() function</a:t>
            </a:r>
          </a:p>
          <a:p>
            <a:r>
              <a:rPr lang="en-IN" dirty="0"/>
              <a:t>Using </a:t>
            </a:r>
            <a:r>
              <a:rPr lang="en-IN" dirty="0" err="1"/>
              <a:t>logspace</a:t>
            </a:r>
            <a:r>
              <a:rPr lang="en-IN" dirty="0"/>
              <a:t>() function</a:t>
            </a:r>
          </a:p>
          <a:p>
            <a:r>
              <a:rPr lang="en-IN" dirty="0"/>
              <a:t>Using </a:t>
            </a:r>
            <a:r>
              <a:rPr lang="en-IN" dirty="0" err="1"/>
              <a:t>arange</a:t>
            </a:r>
            <a:r>
              <a:rPr lang="en-IN" dirty="0"/>
              <a:t>() function</a:t>
            </a:r>
          </a:p>
          <a:p>
            <a:r>
              <a:rPr lang="en-IN" dirty="0"/>
              <a:t>Using zeros() and ones()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310C-EA46-2A0A-3F92-23C81F14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6BA4EA-0B39-6448-44F0-6FE7AED07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64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01A5-29C4-9FFA-B072-599901BC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Arrays using array()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EB4D-E32B-C4C4-C8EA-E3F72D992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We can call array() function of </a:t>
            </a:r>
            <a:r>
              <a:rPr lang="en-IN" dirty="0" err="1"/>
              <a:t>numpy</a:t>
            </a:r>
            <a:r>
              <a:rPr lang="en-IN" dirty="0"/>
              <a:t> module to create an array. When we create an array, we can specify the datatype of the elements either as ‘int’ or ‘float’ or </a:t>
            </a:r>
            <a:r>
              <a:rPr lang="en-IN" dirty="0" err="1"/>
              <a:t>dtype</a:t>
            </a:r>
            <a:r>
              <a:rPr lang="en-IN" dirty="0"/>
              <a:t>=str.</a:t>
            </a:r>
          </a:p>
          <a:p>
            <a:pPr marL="0" indent="0">
              <a:buNone/>
            </a:pPr>
            <a:r>
              <a:rPr lang="en-IN" dirty="0" err="1"/>
              <a:t>arr</a:t>
            </a:r>
            <a:r>
              <a:rPr lang="en-IN" dirty="0"/>
              <a:t> = array([10, 20, 30, 40, 50], int)</a:t>
            </a:r>
          </a:p>
          <a:p>
            <a:pPr marL="0" indent="0">
              <a:buNone/>
            </a:pPr>
            <a:r>
              <a:rPr lang="en-IN" dirty="0" err="1"/>
              <a:t>arr</a:t>
            </a:r>
            <a:r>
              <a:rPr lang="en-IN" dirty="0"/>
              <a:t> = array([1.5, 2.5, 3, 4, -5.1], float)</a:t>
            </a:r>
          </a:p>
          <a:p>
            <a:pPr marL="0" indent="0">
              <a:buNone/>
            </a:pPr>
            <a:r>
              <a:rPr lang="en-IN" dirty="0" err="1"/>
              <a:t>arr</a:t>
            </a:r>
            <a:r>
              <a:rPr lang="en-IN" dirty="0"/>
              <a:t> = array(['a', 'b', 'c', 'd']) </a:t>
            </a:r>
          </a:p>
          <a:p>
            <a:pPr marL="0" indent="0">
              <a:buNone/>
            </a:pPr>
            <a:r>
              <a:rPr lang="en-IN" dirty="0" err="1"/>
              <a:t>arr</a:t>
            </a:r>
            <a:r>
              <a:rPr lang="en-IN" dirty="0"/>
              <a:t> = array(['Delhi', 'Hyderabad', 'Mumbai', 'Ahmedabad'], </a:t>
            </a:r>
            <a:r>
              <a:rPr lang="en-IN" dirty="0" err="1"/>
              <a:t>dtype</a:t>
            </a:r>
            <a:r>
              <a:rPr lang="en-IN" dirty="0"/>
              <a:t>=str)</a:t>
            </a:r>
          </a:p>
          <a:p>
            <a:pPr marL="0" indent="0">
              <a:buNone/>
            </a:pPr>
            <a:r>
              <a:rPr lang="en-IN" dirty="0" err="1"/>
              <a:t>arr</a:t>
            </a:r>
            <a:r>
              <a:rPr lang="en-IN" dirty="0"/>
              <a:t> = array([1,2,3,4,5])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BDB7D-E226-2159-3132-7F48EA05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C640B4-6EC2-DDDD-36EC-9EF81F3A6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9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1086-1C2E-D085-554B-E5697D96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Arrays using </a:t>
            </a:r>
            <a:r>
              <a:rPr lang="en-IN" dirty="0" err="1"/>
              <a:t>linspace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9A0DA-E34C-914A-C931-E5509AA74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linspace</a:t>
            </a:r>
            <a:r>
              <a:rPr lang="en-IN" dirty="0"/>
              <a:t>() function is used to create an array with evenly spaced points between a starting point and ending point.</a:t>
            </a:r>
          </a:p>
          <a:p>
            <a:pPr marL="0" indent="0">
              <a:buNone/>
            </a:pPr>
            <a:r>
              <a:rPr lang="en-IN" u="sng" dirty="0" err="1"/>
              <a:t>linspace</a:t>
            </a:r>
            <a:r>
              <a:rPr lang="en-IN" u="sng" dirty="0"/>
              <a:t>(start, stop, n)</a:t>
            </a:r>
          </a:p>
          <a:p>
            <a:r>
              <a:rPr lang="en-IN" dirty="0"/>
              <a:t>‘start’ represents the starting element and ‘stop’ represents the ending element. ‘n’ is an integer that represents the number of parts the elements should be divided.</a:t>
            </a:r>
          </a:p>
          <a:p>
            <a:pPr marL="0" indent="0">
              <a:buNone/>
            </a:pPr>
            <a:r>
              <a:rPr lang="en-IN" u="sng" dirty="0"/>
              <a:t>a = </a:t>
            </a:r>
            <a:r>
              <a:rPr lang="en-IN" u="sng" dirty="0" err="1"/>
              <a:t>linspace</a:t>
            </a:r>
            <a:r>
              <a:rPr lang="en-IN" u="sng" dirty="0"/>
              <a:t>(0, 10, 5) </a:t>
            </a:r>
          </a:p>
          <a:p>
            <a:pPr marL="0" indent="0">
              <a:buNone/>
            </a:pP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047A4-3810-8987-F94E-02067B5A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5043DC-3FAB-C11C-067C-D70DD36AB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3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E1A6-E1F0-110F-63A7-2D782B4B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Arrays using </a:t>
            </a:r>
            <a:r>
              <a:rPr lang="en-IN" dirty="0" err="1"/>
              <a:t>logspace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C1858-5E2C-A3A7-7E09-8ECF0541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dirty="0" err="1"/>
              <a:t>logspace</a:t>
            </a:r>
            <a:r>
              <a:rPr lang="en-IN" dirty="0"/>
              <a:t>() function is similar to </a:t>
            </a:r>
            <a:r>
              <a:rPr lang="en-IN" dirty="0" err="1"/>
              <a:t>linspace</a:t>
            </a:r>
            <a:r>
              <a:rPr lang="en-IN" dirty="0"/>
              <a:t>(). The </a:t>
            </a:r>
            <a:r>
              <a:rPr lang="en-IN" dirty="0" err="1"/>
              <a:t>linspace</a:t>
            </a:r>
            <a:r>
              <a:rPr lang="en-IN" dirty="0"/>
              <a:t>() function produces the evenly spaced points. Similarly, </a:t>
            </a:r>
            <a:r>
              <a:rPr lang="en-IN" dirty="0" err="1"/>
              <a:t>logspace</a:t>
            </a:r>
            <a:r>
              <a:rPr lang="en-IN" dirty="0"/>
              <a:t>() produces evenly spaced points on a logarithmically spaced scale.</a:t>
            </a:r>
          </a:p>
          <a:p>
            <a:pPr marL="0" indent="0">
              <a:buNone/>
            </a:pPr>
            <a:r>
              <a:rPr lang="en-IN" u="sng" dirty="0" err="1"/>
              <a:t>logspace</a:t>
            </a:r>
            <a:r>
              <a:rPr lang="en-IN" u="sng" dirty="0"/>
              <a:t>(start, stop, n) </a:t>
            </a:r>
          </a:p>
          <a:p>
            <a:r>
              <a:rPr lang="en-IN" dirty="0"/>
              <a:t>The </a:t>
            </a:r>
            <a:r>
              <a:rPr lang="en-IN" dirty="0" err="1"/>
              <a:t>logspace</a:t>
            </a:r>
            <a:r>
              <a:rPr lang="en-IN" dirty="0"/>
              <a:t>() function starts at a value which is 10 to the power of ‘start’ and ends at a value which is 10 to the power of ‘stop’ . If ‘n’ is not specified, then its value is taken as 50.</a:t>
            </a:r>
          </a:p>
          <a:p>
            <a:pPr marL="0" indent="0">
              <a:buNone/>
            </a:pPr>
            <a:r>
              <a:rPr lang="en-IN" u="sng" dirty="0"/>
              <a:t>a = </a:t>
            </a:r>
            <a:r>
              <a:rPr lang="en-IN" u="sng" dirty="0" err="1"/>
              <a:t>logspace</a:t>
            </a:r>
            <a:r>
              <a:rPr lang="en-IN" u="sng" dirty="0"/>
              <a:t>(1, 4, 5)</a:t>
            </a:r>
          </a:p>
          <a:p>
            <a:pPr marL="0" indent="0">
              <a:buNone/>
            </a:pPr>
            <a:r>
              <a:rPr lang="en-IN" u="sng" dirty="0"/>
              <a:t>[   10., 56.23413252, 316.22776602, 1778.27941004, 10000.]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2CBCA-BAE5-116F-6242-B30F64D3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E6406-6C69-5361-44DF-1EF517B30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1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514E-0A58-5697-558B-2BB66A8A9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Arrays using </a:t>
            </a:r>
            <a:r>
              <a:rPr lang="en-IN" dirty="0" err="1"/>
              <a:t>arange</a:t>
            </a:r>
            <a:r>
              <a:rPr lang="en-IN" dirty="0"/>
              <a:t>()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96A85-5FD2-C33F-782D-D5097FD9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9070"/>
            <a:ext cx="10515600" cy="503237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arange</a:t>
            </a:r>
            <a:r>
              <a:rPr lang="en-IN" dirty="0"/>
              <a:t>() function in </a:t>
            </a:r>
            <a:r>
              <a:rPr lang="en-IN" dirty="0" err="1"/>
              <a:t>numpy</a:t>
            </a:r>
            <a:r>
              <a:rPr lang="en-IN" dirty="0"/>
              <a:t> is same as range() function in Python.</a:t>
            </a:r>
          </a:p>
          <a:p>
            <a:pPr marL="0" indent="0">
              <a:buNone/>
            </a:pPr>
            <a:r>
              <a:rPr lang="en-IN" u="sng" dirty="0" err="1"/>
              <a:t>arange</a:t>
            </a:r>
            <a:r>
              <a:rPr lang="en-IN" u="sng" dirty="0"/>
              <a:t>(start, stop, </a:t>
            </a:r>
            <a:r>
              <a:rPr lang="en-IN" u="sng" dirty="0" err="1"/>
              <a:t>stepsize</a:t>
            </a:r>
            <a:r>
              <a:rPr lang="en-IN" u="sng" dirty="0"/>
              <a:t>) </a:t>
            </a:r>
          </a:p>
          <a:p>
            <a:r>
              <a:rPr lang="en-IN" dirty="0"/>
              <a:t>This creates an array with a group of elements from ‘start’ to one element prior to ‘stop’ in steps of ‘</a:t>
            </a:r>
            <a:r>
              <a:rPr lang="en-IN" dirty="0" err="1"/>
              <a:t>stepsize</a:t>
            </a:r>
            <a:r>
              <a:rPr lang="en-IN" dirty="0"/>
              <a:t>’. If the ‘</a:t>
            </a:r>
            <a:r>
              <a:rPr lang="en-IN" dirty="0" err="1"/>
              <a:t>stepsize</a:t>
            </a:r>
            <a:r>
              <a:rPr lang="en-IN" dirty="0"/>
              <a:t>’ is omitted, then it is taken as 1. If the ‘start’ is omitted, then it is taken as 0.</a:t>
            </a:r>
          </a:p>
          <a:p>
            <a:pPr marL="0" indent="0">
              <a:buNone/>
            </a:pPr>
            <a:r>
              <a:rPr lang="en-IN" u="sng" dirty="0" err="1"/>
              <a:t>arange</a:t>
            </a:r>
            <a:r>
              <a:rPr lang="en-IN" u="sng" dirty="0"/>
              <a:t>(1, 10, 3)</a:t>
            </a:r>
          </a:p>
          <a:p>
            <a:pPr marL="0" indent="0">
              <a:buNone/>
            </a:pPr>
            <a:r>
              <a:rPr lang="en-IN" u="sng" dirty="0" err="1"/>
              <a:t>arange</a:t>
            </a:r>
            <a:r>
              <a:rPr lang="en-IN" u="sng" dirty="0"/>
              <a:t>(10)</a:t>
            </a:r>
          </a:p>
          <a:p>
            <a:pPr marL="0" indent="0">
              <a:buNone/>
            </a:pPr>
            <a:r>
              <a:rPr lang="en-IN" u="sng" dirty="0" err="1"/>
              <a:t>arange</a:t>
            </a:r>
            <a:r>
              <a:rPr lang="en-IN" u="sng" dirty="0"/>
              <a:t>(5, 10)</a:t>
            </a:r>
          </a:p>
          <a:p>
            <a:pPr marL="0" indent="0">
              <a:buNone/>
            </a:pP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381B-2E17-EF2F-60A2-DF810F713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C6101F-682A-545B-41BE-660C12267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7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4A93-54FD-1666-1918-F0D97341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Arrays using zeros() and ones()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14DD-88BF-30F6-AA29-63C1EE44D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/>
              <a:t>We can use the zeros() function to create an array with all zeros. The ones() function is useful to create an array with all 1s.</a:t>
            </a:r>
          </a:p>
          <a:p>
            <a:pPr marL="0" indent="0">
              <a:buNone/>
            </a:pPr>
            <a:r>
              <a:rPr lang="en-IN" u="sng" dirty="0"/>
              <a:t>zeros(n, datatype)</a:t>
            </a:r>
          </a:p>
          <a:p>
            <a:pPr marL="0" indent="0">
              <a:buNone/>
            </a:pPr>
            <a:r>
              <a:rPr lang="en-IN" u="sng" dirty="0"/>
              <a:t>ones(n, datatype)</a:t>
            </a:r>
          </a:p>
          <a:p>
            <a:r>
              <a:rPr lang="en-IN" dirty="0"/>
              <a:t>where ‘n’ represents the number of elements. we can eliminate the ‘datatype’ argument. If we do not specify the ‘datatype’, then the default datatype used by </a:t>
            </a:r>
            <a:r>
              <a:rPr lang="en-IN" dirty="0" err="1"/>
              <a:t>numpy</a:t>
            </a:r>
            <a:r>
              <a:rPr lang="en-IN" dirty="0"/>
              <a:t> is ‘float’. </a:t>
            </a:r>
            <a:endParaRPr lang="en-IN" u="sng" dirty="0"/>
          </a:p>
          <a:p>
            <a:pPr marL="0" indent="0">
              <a:buNone/>
            </a:pPr>
            <a:r>
              <a:rPr lang="en-IN" u="sng" dirty="0"/>
              <a:t>zeros(5) </a:t>
            </a:r>
          </a:p>
          <a:p>
            <a:pPr marL="0" indent="0">
              <a:buNone/>
            </a:pPr>
            <a:r>
              <a:rPr lang="en-IN" u="sng" dirty="0"/>
              <a:t>zeros(5, int)</a:t>
            </a:r>
          </a:p>
          <a:p>
            <a:pPr marL="0" indent="0">
              <a:buNone/>
            </a:pPr>
            <a:r>
              <a:rPr lang="en-IN" u="sng" dirty="0"/>
              <a:t>ones(5, float)</a:t>
            </a:r>
          </a:p>
          <a:p>
            <a:pPr marL="0" indent="0">
              <a:buNone/>
            </a:pP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66D4-002C-50AF-B2E3-F53A17F0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BCE367-8B30-A0BB-AF04-5FDD67FA8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88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2533-3A09-69D9-8649-0D55A2E2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 of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16D21-D9E9-26F9-2CFD-B0994EA9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IN" dirty="0"/>
              <a:t>The dimension of an array represents the arrangement of elements in the array. If the elements are arranged horizontally, it is called a row and if the elements are arranged vertically, then it is called a column. When an array contains only 1row or only 1 column of elements, it is called Single dimensional array </a:t>
            </a:r>
            <a:r>
              <a:rPr lang="en-IN" u="sng" dirty="0"/>
              <a:t>arr1 = array([1,2,3,4,5])</a:t>
            </a:r>
          </a:p>
          <a:p>
            <a:r>
              <a:rPr lang="en-IN" dirty="0"/>
              <a:t>If an array contains more than 1 row and 1 column, then it is called two dimensional array or 2D array. </a:t>
            </a:r>
          </a:p>
          <a:p>
            <a:pPr marL="0" indent="0">
              <a:buNone/>
            </a:pPr>
            <a:r>
              <a:rPr lang="en-IN" u="sng" dirty="0"/>
              <a:t>arr2 = array([[1,2,3], [4,5,6]])</a:t>
            </a:r>
          </a:p>
          <a:p>
            <a:r>
              <a:rPr lang="en-IN" dirty="0"/>
              <a:t>we can imagine a 3D array as a combination of several 2D arrays. </a:t>
            </a:r>
          </a:p>
          <a:p>
            <a:pPr marL="0" indent="0">
              <a:buNone/>
            </a:pPr>
            <a:r>
              <a:rPr lang="en-IN" u="sng" dirty="0"/>
              <a:t>arr3 = array([[[1,2,3],[4,5,6]], [[1,1,1], [1,0,1]]])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14D5A-CDA5-13B5-28EB-2A85AD8A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3805C-D7FD-51AB-722B-058A453B5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9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2E69-6E7C-FDED-CE24-D33974D2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Attributes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B582-4F6C-8FBB-3A6D-F96EA56DD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IN" dirty="0" err="1"/>
              <a:t>Numpy’s</a:t>
            </a:r>
            <a:r>
              <a:rPr lang="en-IN" dirty="0"/>
              <a:t> array class is called </a:t>
            </a:r>
            <a:r>
              <a:rPr lang="en-IN" dirty="0" err="1"/>
              <a:t>ndarray</a:t>
            </a:r>
            <a:r>
              <a:rPr lang="en-IN" dirty="0"/>
              <a:t>. It is also known by alias name array. Let’s remember that there is another class ‘array’ in Python that is different from </a:t>
            </a:r>
            <a:r>
              <a:rPr lang="en-IN" dirty="0" err="1"/>
              <a:t>numpy’s</a:t>
            </a:r>
            <a:r>
              <a:rPr lang="en-IN" dirty="0"/>
              <a:t> ‘array’ class. This class contains the following important attributes (or variables):</a:t>
            </a:r>
          </a:p>
          <a:p>
            <a:r>
              <a:rPr lang="en-IN" dirty="0"/>
              <a:t>The </a:t>
            </a:r>
            <a:r>
              <a:rPr lang="en-IN" dirty="0" err="1"/>
              <a:t>ndim</a:t>
            </a:r>
            <a:r>
              <a:rPr lang="en-IN" dirty="0"/>
              <a:t> Attribute</a:t>
            </a:r>
          </a:p>
          <a:p>
            <a:r>
              <a:rPr lang="en-IN" dirty="0"/>
              <a:t>The shape Attribute</a:t>
            </a:r>
          </a:p>
          <a:p>
            <a:r>
              <a:rPr lang="en-IN" dirty="0"/>
              <a:t>The size Attribute</a:t>
            </a:r>
          </a:p>
          <a:p>
            <a:r>
              <a:rPr lang="en-IN" dirty="0"/>
              <a:t>The </a:t>
            </a:r>
            <a:r>
              <a:rPr lang="en-IN" dirty="0" err="1"/>
              <a:t>itemsize</a:t>
            </a:r>
            <a:r>
              <a:rPr lang="en-IN" dirty="0"/>
              <a:t> Attribute</a:t>
            </a:r>
          </a:p>
          <a:p>
            <a:r>
              <a:rPr lang="en-IN" dirty="0"/>
              <a:t>The </a:t>
            </a:r>
            <a:r>
              <a:rPr lang="en-IN" dirty="0" err="1"/>
              <a:t>dtype</a:t>
            </a:r>
            <a:r>
              <a:rPr lang="en-IN" dirty="0"/>
              <a:t> Attribute</a:t>
            </a:r>
          </a:p>
          <a:p>
            <a:r>
              <a:rPr lang="en-IN" dirty="0"/>
              <a:t>The </a:t>
            </a:r>
            <a:r>
              <a:rPr lang="en-IN" dirty="0" err="1"/>
              <a:t>nbytes</a:t>
            </a:r>
            <a:r>
              <a:rPr lang="en-IN" dirty="0"/>
              <a:t> Attribute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B2558-8162-7520-8192-A52D382E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8EC73-AD92-C540-FDFD-01112E845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3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639A-E831-483B-360D-F6D1BD6F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ndim</a:t>
            </a:r>
            <a:r>
              <a:rPr lang="en-IN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F558-D2CC-90A2-B6D0-C6E3464C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‘</a:t>
            </a:r>
            <a:r>
              <a:rPr lang="en-IN" dirty="0" err="1"/>
              <a:t>ndim</a:t>
            </a:r>
            <a:r>
              <a:rPr lang="en-IN" dirty="0"/>
              <a:t>’ attribute represents the number of dimensions or axes of the array.</a:t>
            </a:r>
          </a:p>
          <a:p>
            <a:pPr marL="0" indent="0">
              <a:buNone/>
            </a:pPr>
            <a:r>
              <a:rPr lang="en-IN" u="sng" dirty="0"/>
              <a:t>arr1 = array([1,2,3,4,5]) </a:t>
            </a:r>
          </a:p>
          <a:p>
            <a:pPr marL="0" indent="0">
              <a:buNone/>
            </a:pPr>
            <a:r>
              <a:rPr lang="en-IN" u="sng" dirty="0"/>
              <a:t>print(arr1.ndim)</a:t>
            </a:r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r>
              <a:rPr lang="en-IN" u="sng" dirty="0"/>
              <a:t>arr2 = array([[1,2,3], [4,5,6]])</a:t>
            </a:r>
          </a:p>
          <a:p>
            <a:pPr marL="0" indent="0">
              <a:buNone/>
            </a:pPr>
            <a:r>
              <a:rPr lang="en-IN" u="sng" dirty="0"/>
              <a:t>print(arr2.ndim)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12208-E494-FEE6-F02C-C8413351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47AFA-882A-3DBA-E0E7-044B789BA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57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1130-CC11-3CB3-6ABF-9FF4009F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shape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8E08-013A-95ED-645D-ED2DDB647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‘shape’ attribute gives the shape of an array.</a:t>
            </a:r>
          </a:p>
          <a:p>
            <a:pPr marL="0" indent="0">
              <a:buNone/>
            </a:pPr>
            <a:r>
              <a:rPr lang="en-IN" u="sng" dirty="0"/>
              <a:t>arr1 = array([1,2,3,4,5])</a:t>
            </a:r>
          </a:p>
          <a:p>
            <a:pPr marL="0" indent="0">
              <a:buNone/>
            </a:pPr>
            <a:r>
              <a:rPr lang="en-IN" u="sng" dirty="0"/>
              <a:t>print(arr1.shape)</a:t>
            </a:r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r>
              <a:rPr lang="en-IN" u="sng" dirty="0"/>
              <a:t>arr2 = array([[1,2,3], [4,5,6]])</a:t>
            </a:r>
          </a:p>
          <a:p>
            <a:pPr marL="0" indent="0">
              <a:buNone/>
            </a:pPr>
            <a:r>
              <a:rPr lang="en-IN" u="sng" dirty="0"/>
              <a:t>print(arr2.shape)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85205-0AB5-3814-3AAF-9EF2DACE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D62377-2888-5879-4806-BCBBA9583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87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2EBD-205C-0001-5002-A68CC39B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size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B582-85B7-8C86-7403-6F821DDF8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‘size’ attribute gives the total number of elements in the array.</a:t>
            </a:r>
          </a:p>
          <a:p>
            <a:pPr marL="0" indent="0">
              <a:buNone/>
            </a:pPr>
            <a:r>
              <a:rPr lang="en-IN" u="sng" dirty="0"/>
              <a:t>arr1 = array([1,2,3,4,5])</a:t>
            </a:r>
          </a:p>
          <a:p>
            <a:pPr marL="0" indent="0">
              <a:buNone/>
            </a:pPr>
            <a:r>
              <a:rPr lang="en-IN" u="sng" dirty="0"/>
              <a:t>print(arr1.size)</a:t>
            </a:r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r>
              <a:rPr lang="en-IN" dirty="0"/>
              <a:t>arr2 = array([[1,2,3], [4,5,6]])</a:t>
            </a:r>
          </a:p>
          <a:p>
            <a:pPr marL="0" indent="0">
              <a:buNone/>
            </a:pPr>
            <a:r>
              <a:rPr lang="en-IN" dirty="0"/>
              <a:t>print(arr2.size)</a:t>
            </a: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F0E51-C1D2-18C6-B6C3-4C7976D58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FE90AF-283A-2146-3C02-F2C9056EC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61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A10A-884A-5A30-1609-89C3338D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itemsize</a:t>
            </a:r>
            <a:r>
              <a:rPr lang="en-IN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458D2-1A01-42DE-7441-15A9D55C2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‘</a:t>
            </a:r>
            <a:r>
              <a:rPr lang="en-IN" dirty="0" err="1"/>
              <a:t>itemsize</a:t>
            </a:r>
            <a:r>
              <a:rPr lang="en-IN" dirty="0"/>
              <a:t>’ attribute gives the memory size of the array element in bytes.</a:t>
            </a:r>
          </a:p>
          <a:p>
            <a:pPr marL="0" indent="0">
              <a:buNone/>
            </a:pPr>
            <a:r>
              <a:rPr lang="en-IN" u="sng" dirty="0"/>
              <a:t>arr1 = array([1,2,3,4,5])</a:t>
            </a:r>
          </a:p>
          <a:p>
            <a:pPr marL="0" indent="0">
              <a:buNone/>
            </a:pPr>
            <a:r>
              <a:rPr lang="en-IN" u="sng" dirty="0"/>
              <a:t>print(arr1.itemsize)</a:t>
            </a:r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r>
              <a:rPr lang="en-IN" u="sng" dirty="0"/>
              <a:t>arr2 = array([1.1,2.1,3.5,4,5.0])</a:t>
            </a:r>
          </a:p>
          <a:p>
            <a:pPr marL="0" indent="0">
              <a:buNone/>
            </a:pPr>
            <a:r>
              <a:rPr lang="en-IN" u="sng" dirty="0"/>
              <a:t>print(arr2.itemsize)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94BBE-83E2-3B39-068C-4042156B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DBA4D-9267-FE52-08C1-1D5AAE459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35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1AE3-62D9-59A2-9C32-9D6C119B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dtype</a:t>
            </a:r>
            <a:r>
              <a:rPr lang="en-IN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4199A-AFE4-0AF7-D1C6-11BEE8A3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‘</a:t>
            </a:r>
            <a:r>
              <a:rPr lang="en-IN" dirty="0" err="1"/>
              <a:t>dtype’attribute</a:t>
            </a:r>
            <a:r>
              <a:rPr lang="en-IN" dirty="0"/>
              <a:t> gives the datatype of the elements in the array.</a:t>
            </a:r>
          </a:p>
          <a:p>
            <a:pPr marL="0" indent="0">
              <a:buNone/>
            </a:pPr>
            <a:r>
              <a:rPr lang="en-IN" u="sng" dirty="0"/>
              <a:t>arr1 = array([1,2,3,4,5]) </a:t>
            </a:r>
          </a:p>
          <a:p>
            <a:pPr marL="0" indent="0">
              <a:buNone/>
            </a:pPr>
            <a:r>
              <a:rPr lang="en-IN" u="sng" dirty="0"/>
              <a:t>print(arr1.dtype)</a:t>
            </a:r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r>
              <a:rPr lang="en-IN" u="sng" dirty="0"/>
              <a:t>arr2 = array([1.1,2.1,3.5,4,5.0]) </a:t>
            </a:r>
          </a:p>
          <a:p>
            <a:pPr marL="0" indent="0">
              <a:buNone/>
            </a:pPr>
            <a:r>
              <a:rPr lang="en-IN" u="sng" dirty="0"/>
              <a:t>print(arr2.dtype)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BEAEB-3191-3D2C-B23F-41D8872A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16D676-B8DB-285F-518E-8587B6C14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2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C11E-C5D1-6D16-65FA-1ECE9C7E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nbytes</a:t>
            </a:r>
            <a:r>
              <a:rPr lang="en-IN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67E52-0FF5-9B38-7EC4-E571D2857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‘</a:t>
            </a:r>
            <a:r>
              <a:rPr lang="en-IN" dirty="0" err="1"/>
              <a:t>nbytes</a:t>
            </a:r>
            <a:r>
              <a:rPr lang="en-IN" dirty="0"/>
              <a:t>’ </a:t>
            </a:r>
            <a:r>
              <a:rPr lang="en-IN" dirty="0" err="1"/>
              <a:t>attributegives</a:t>
            </a:r>
            <a:r>
              <a:rPr lang="en-IN" dirty="0"/>
              <a:t> the total number of bytes occupied by an array.</a:t>
            </a:r>
          </a:p>
          <a:p>
            <a:pPr marL="0" indent="0">
              <a:buNone/>
            </a:pPr>
            <a:r>
              <a:rPr lang="en-IN" u="sng" dirty="0"/>
              <a:t>arr2 = array([[1,2,3], [4,5,6]])</a:t>
            </a:r>
          </a:p>
          <a:p>
            <a:pPr marL="0" indent="0">
              <a:buNone/>
            </a:pPr>
            <a:r>
              <a:rPr lang="en-IN" u="sng" dirty="0"/>
              <a:t>print(arr2.nbytes)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9F434-B9A0-E520-502F-577FA6D0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94350-447B-6035-A029-FFE0E8CF0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32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DA675-190D-8B7A-C6C9-D9CE1623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Multi-dimensional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1A63A-EBE4-8737-567B-CDEDE4B36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2D arrays, 3D arrays etc. are called multi-dimensional arrays. A 2D array contains more than 1 row and 1 column and it can be treated as a combination of several 1D arrays. A 2D array is also considered as a matrix.</a:t>
            </a:r>
          </a:p>
          <a:p>
            <a:r>
              <a:rPr lang="en-IN" dirty="0"/>
              <a:t>We can create multi-dimensional arrays in the following ways: </a:t>
            </a:r>
          </a:p>
          <a:p>
            <a:pPr lvl="1"/>
            <a:r>
              <a:rPr lang="en-IN" dirty="0"/>
              <a:t>Using array() function</a:t>
            </a:r>
          </a:p>
          <a:p>
            <a:pPr lvl="1"/>
            <a:r>
              <a:rPr lang="en-IN" dirty="0"/>
              <a:t>Using ones() and zeroes() functions</a:t>
            </a:r>
          </a:p>
          <a:p>
            <a:pPr lvl="1"/>
            <a:r>
              <a:rPr lang="en-IN" dirty="0"/>
              <a:t>Using eye() function</a:t>
            </a:r>
          </a:p>
          <a:p>
            <a:pPr lvl="1"/>
            <a:r>
              <a:rPr lang="en-IN" dirty="0"/>
              <a:t>Using reshape() function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13379-D76B-4589-F940-D0BDA02B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19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ED707-8403-FF11-E3B5-9D50250FA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2E5C-9DF0-C059-102E-2E9D039C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array()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10A4-4760-5704-3904-EC0F9D4C5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Numpy’s</a:t>
            </a:r>
            <a:r>
              <a:rPr lang="en-IN" dirty="0"/>
              <a:t> array() function can be used to create a multidimensional array. </a:t>
            </a:r>
          </a:p>
          <a:p>
            <a:pPr marL="0" indent="0">
              <a:buNone/>
            </a:pPr>
            <a:r>
              <a:rPr lang="en-IN" dirty="0"/>
              <a:t>a = array([1,2,3,4])</a:t>
            </a:r>
          </a:p>
          <a:p>
            <a:pPr marL="0" indent="0">
              <a:buNone/>
            </a:pPr>
            <a:r>
              <a:rPr lang="en-IN" dirty="0"/>
              <a:t>a = array([[1,2,3,4], [5,6,7,8]])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4D786-7696-0AA1-1023-573635F9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20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4F694-16E3-A1D5-F405-91E93DDD8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53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2765-282F-5CF7-F4F7-D4382EA2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ones() and zeros()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86F7-4C98-773A-CB52-EFDD155F7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ones() function is useful to create a 2D array with several rows and columns where all the elements will be taken as 1.</a:t>
            </a:r>
          </a:p>
          <a:p>
            <a:pPr marL="0" indent="0">
              <a:buNone/>
            </a:pPr>
            <a:r>
              <a:rPr lang="en-IN" u="sng" dirty="0"/>
              <a:t>ones((r, c), </a:t>
            </a:r>
            <a:r>
              <a:rPr lang="en-IN" u="sng" dirty="0" err="1"/>
              <a:t>dtype</a:t>
            </a:r>
            <a:r>
              <a:rPr lang="en-IN" u="sng" dirty="0"/>
              <a:t>)</a:t>
            </a:r>
          </a:p>
          <a:p>
            <a:r>
              <a:rPr lang="en-IN" dirty="0"/>
              <a:t>Here, ‘r’ represents the number of rows and ‘c’ represents the number of columns. ‘</a:t>
            </a:r>
            <a:r>
              <a:rPr lang="en-IN" dirty="0" err="1"/>
              <a:t>dtype</a:t>
            </a:r>
            <a:r>
              <a:rPr lang="en-IN" dirty="0"/>
              <a:t>’ represents the datatype of the elements in the array.</a:t>
            </a:r>
          </a:p>
          <a:p>
            <a:pPr marL="0" indent="0">
              <a:buNone/>
            </a:pPr>
            <a:r>
              <a:rPr lang="en-IN" u="sng" dirty="0"/>
              <a:t>a = ones((3, 4), float) </a:t>
            </a:r>
          </a:p>
          <a:p>
            <a:pPr marL="0" indent="0">
              <a:buNone/>
            </a:pPr>
            <a:r>
              <a:rPr lang="en-IN" u="sng" dirty="0"/>
              <a:t>b = zeros((3,4), int)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E1833-4F45-E74E-071A-0883A763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21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9873D5-0D4A-E841-DED3-5A73110D8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43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3D25-F034-2F2C-6122-6EBE8DE7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eye()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F3BDE-6DA2-A403-9D49-2645AF689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eye() function creates a 2D array and fills the elements in the diagonal with 1s. </a:t>
            </a:r>
          </a:p>
          <a:p>
            <a:pPr marL="0" indent="0">
              <a:buNone/>
            </a:pPr>
            <a:r>
              <a:rPr lang="en-IN" u="sng" dirty="0"/>
              <a:t>eye(n, </a:t>
            </a:r>
            <a:r>
              <a:rPr lang="en-IN" u="sng" dirty="0" err="1"/>
              <a:t>dtype</a:t>
            </a:r>
            <a:r>
              <a:rPr lang="en-IN" u="sng" dirty="0"/>
              <a:t>=datatype)</a:t>
            </a:r>
          </a:p>
          <a:p>
            <a:r>
              <a:rPr lang="en-IN" dirty="0"/>
              <a:t>This will create an array with ‘n’ rows and ‘n’ columns. The default datatype is ‘float’. </a:t>
            </a:r>
          </a:p>
          <a:p>
            <a:pPr marL="0" indent="0">
              <a:buNone/>
            </a:pPr>
            <a:r>
              <a:rPr lang="en-IN" u="sng" dirty="0"/>
              <a:t>a = eye(3)</a:t>
            </a:r>
          </a:p>
          <a:p>
            <a:pPr marL="0" indent="0">
              <a:buNone/>
            </a:pPr>
            <a:r>
              <a:rPr lang="en-IN" u="sng" dirty="0"/>
              <a:t>[[1. 0. 0.] </a:t>
            </a:r>
          </a:p>
          <a:p>
            <a:pPr marL="0" indent="0">
              <a:buNone/>
            </a:pPr>
            <a:r>
              <a:rPr lang="en-IN" u="sng" dirty="0"/>
              <a:t>[0. 1. 0.]</a:t>
            </a:r>
          </a:p>
          <a:p>
            <a:pPr marL="0" indent="0">
              <a:buNone/>
            </a:pPr>
            <a:r>
              <a:rPr lang="en-IN" u="sng" dirty="0"/>
              <a:t>[0. 0. 1.]]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6EE3E-EDBA-98FB-CB45-B796C6D7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22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42F9B-D441-429C-9C5C-C1ADB1E11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84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6E8AF-24D8-56A1-016D-4D5D504E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reshape()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EB385-535F-D1E3-B257-AE07FE3B7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r>
              <a:rPr lang="en-IN" dirty="0"/>
              <a:t>reshape() function is useful to convert a 1D array into a multidimensional (2D or 3D) array.</a:t>
            </a:r>
          </a:p>
          <a:p>
            <a:pPr marL="0" indent="0">
              <a:buNone/>
            </a:pPr>
            <a:r>
              <a:rPr lang="en-IN" u="sng" dirty="0"/>
              <a:t>reshape(</a:t>
            </a:r>
            <a:r>
              <a:rPr lang="en-IN" u="sng" dirty="0" err="1"/>
              <a:t>arrayname</a:t>
            </a:r>
            <a:r>
              <a:rPr lang="en-IN" u="sng" dirty="0"/>
              <a:t>, (n, r, c)) </a:t>
            </a:r>
          </a:p>
          <a:p>
            <a:r>
              <a:rPr lang="en-IN" dirty="0"/>
              <a:t>Here, ‘</a:t>
            </a:r>
            <a:r>
              <a:rPr lang="en-IN" dirty="0" err="1"/>
              <a:t>arrayname</a:t>
            </a:r>
            <a:r>
              <a:rPr lang="en-IN" dirty="0"/>
              <a:t>’ represents the name of the array whose elements to be converted. ‘n’ indicates the number of arrays in the resultant array. ‘r’ , ‘c’ indicates the number of rows and columns, respectively.</a:t>
            </a:r>
          </a:p>
          <a:p>
            <a:pPr marL="0" indent="0">
              <a:buNone/>
            </a:pPr>
            <a:r>
              <a:rPr lang="en-IN" u="sng" dirty="0"/>
              <a:t>a = array([1, 2, 3, 4, 5, 6])</a:t>
            </a:r>
          </a:p>
          <a:p>
            <a:pPr marL="0" indent="0">
              <a:buNone/>
            </a:pPr>
            <a:r>
              <a:rPr lang="en-IN" u="sng" dirty="0"/>
              <a:t>b = reshape(a, (2, 3))</a:t>
            </a:r>
          </a:p>
          <a:p>
            <a:pPr marL="0" indent="0">
              <a:buNone/>
            </a:pPr>
            <a:r>
              <a:rPr lang="en-IN" dirty="0"/>
              <a:t>a = </a:t>
            </a:r>
            <a:r>
              <a:rPr lang="en-IN" u="sng" dirty="0"/>
              <a:t>array(</a:t>
            </a:r>
            <a:r>
              <a:rPr lang="en-IN" dirty="0"/>
              <a:t>[0,1, 2, 3, 4, 5, 6, 7, 8, 9, 10, 11])</a:t>
            </a:r>
            <a:endParaRPr lang="en-IN" u="sng" dirty="0"/>
          </a:p>
          <a:p>
            <a:pPr marL="0" indent="0">
              <a:buNone/>
            </a:pPr>
            <a:r>
              <a:rPr lang="en-IN" dirty="0"/>
              <a:t>b = reshape(a, (2, 3, 2))</a:t>
            </a:r>
          </a:p>
          <a:p>
            <a:pPr marL="0" indent="0">
              <a:buNone/>
            </a:pPr>
            <a:r>
              <a:rPr lang="en-IN" dirty="0"/>
              <a:t>b = reshape(a, (3, 2, 2)) </a:t>
            </a:r>
            <a:endParaRPr lang="en-IN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A58C3-E1A8-F630-E208-59259D97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23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36057-8F51-5EF9-9FC3-A4A12E2A5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420" y="39328"/>
            <a:ext cx="144342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73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9400-588A-B484-D724-3A2C324A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IN" dirty="0"/>
              <a:t>Thank you…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696D3-A984-6F63-55AF-07F5C5DA4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A61D-9537-413A-A27A-4FFDDFCA5AE9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8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1748</Words>
  <Application>Microsoft Office PowerPoint</Application>
  <PresentationFormat>Widescreen</PresentationFormat>
  <Paragraphs>173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Array</vt:lpstr>
      <vt:lpstr>Types of Arrays</vt:lpstr>
      <vt:lpstr>Working with Arrays using numpy</vt:lpstr>
      <vt:lpstr>Working with Arrays using numpy</vt:lpstr>
      <vt:lpstr>Creating arrays in numpy can be done in several ways.</vt:lpstr>
      <vt:lpstr>Creating Arrays using array() </vt:lpstr>
      <vt:lpstr>Creating Arrays using linspace </vt:lpstr>
      <vt:lpstr>Creating Arrays using logspace </vt:lpstr>
      <vt:lpstr>Creating Arrays using arange() Function </vt:lpstr>
      <vt:lpstr>Creating Arrays using zeros() and ones() Functions</vt:lpstr>
      <vt:lpstr>Dimensions of Arrays</vt:lpstr>
      <vt:lpstr>Attributes of an Array</vt:lpstr>
      <vt:lpstr>The ndim Attribute</vt:lpstr>
      <vt:lpstr>The shape Attribute</vt:lpstr>
      <vt:lpstr>The size Attribute</vt:lpstr>
      <vt:lpstr>The itemsize Attribute</vt:lpstr>
      <vt:lpstr>The dtype Attribute</vt:lpstr>
      <vt:lpstr>The nbytes Attribute</vt:lpstr>
      <vt:lpstr>Working with Multi-dimensional Arrays</vt:lpstr>
      <vt:lpstr>The array() Function</vt:lpstr>
      <vt:lpstr>The ones() and zeros() Functions</vt:lpstr>
      <vt:lpstr>The eye() Function</vt:lpstr>
      <vt:lpstr>The reshape() Function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Divyesh Gohel</dc:creator>
  <cp:lastModifiedBy>Divyesh Gohel</cp:lastModifiedBy>
  <cp:revision>49</cp:revision>
  <dcterms:created xsi:type="dcterms:W3CDTF">2026-09-24T01:52:36Z</dcterms:created>
  <dcterms:modified xsi:type="dcterms:W3CDTF">2026-09-24T06:32:38Z</dcterms:modified>
</cp:coreProperties>
</file>